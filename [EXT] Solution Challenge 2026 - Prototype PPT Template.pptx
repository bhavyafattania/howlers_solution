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 Howlers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 [Your Name]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 Local NGOs and social groups collect vital community-need data via paper surveys and field reports, but the data stays scattered. Build a system to consolidate it, surface the most urgent local needs, and intelligently match available volunteers to the right tasks and areas.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365760" y="146304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Google Sans"/>
              </a:rPr>
              <a:t>SamaajSetu  —  A Google-Cloud-native platform that turns scattered community-need data into intelligent volunteer action.</a:t>
            </a:r>
          </a:p>
          <a:p>
            <a:r>
              <a:rPr sz="1100" b="0">
                <a:solidFill>
                  <a:srgbClr val="333333"/>
                </a:solidFill>
                <a:latin typeface="Google Sans"/>
              </a:rPr>
              <a:t/>
            </a:r>
          </a:p>
          <a:p>
            <a:r>
              <a:rPr sz="1200" b="1">
                <a:solidFill>
                  <a:srgbClr val="1A73E8"/>
                </a:solidFill>
                <a:latin typeface="Google Sans"/>
              </a:rPr>
              <a:t>What it does</a:t>
            </a:r>
          </a:p>
          <a:p>
            <a:r>
              <a:rPr sz="1100" b="0">
                <a:solidFill>
                  <a:srgbClr val="333333"/>
                </a:solidFill>
                <a:latin typeface="Google Sans"/>
              </a:rPr>
              <a:t>•  Aggregates needs from paper surveys, mobile field reports, voice memos, SMS/IVR, and WhatsApp into a single, real-time view.</a:t>
            </a:r>
          </a:p>
          <a:p>
            <a:r>
              <a:rPr sz="1100" b="0">
                <a:solidFill>
                  <a:srgbClr val="333333"/>
                </a:solidFill>
                <a:latin typeface="Google Sans"/>
              </a:rPr>
              <a:t>•  Uses Document AI to digitize handwritten/printed forms; Vertex AI Vector Search to match volunteers by skill + location + availability in milliseconds.</a:t>
            </a:r>
          </a:p>
          <a:p>
            <a:r>
              <a:rPr sz="1100" b="0">
                <a:solidFill>
                  <a:srgbClr val="333333"/>
                </a:solidFill>
                <a:latin typeface="Google Sans"/>
              </a:rPr>
              <a:t>•  Dispatches the right volunteer to the right place at the right time via Firebase Cloud Messaging — works offline on entry-level Android phones.</a:t>
            </a:r>
          </a:p>
          <a:p>
            <a:r>
              <a:rPr sz="1100" b="0">
                <a:solidFill>
                  <a:srgbClr val="333333"/>
                </a:solidFill>
                <a:latin typeface="Google Sans"/>
              </a:rPr>
              <a:t>•  Surfaces the most urgent local needs on a Looker Studio mission-control heatmap and predicts hotspots with BigQuery ML + Earth Engine.</a:t>
            </a:r>
          </a:p>
          <a:p>
            <a:r>
              <a:rPr sz="1100" b="0">
                <a:solidFill>
                  <a:srgbClr val="333333"/>
                </a:solidFill>
                <a:latin typeface="Google Sans"/>
              </a:rPr>
              <a:t>•  Closes the loop with a 'Considerate Voice' feedback channel (Dialogflow CX + Gemini) that protects volunteer retention via the psychological contract.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TextBox 122"/>
          <p:cNvSpPr txBox="1"/>
          <p:nvPr/>
        </p:nvSpPr>
        <p:spPr>
          <a:xfrm>
            <a:off x="365760" y="2377440"/>
            <a:ext cx="8412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73E8"/>
                </a:solidFill>
                <a:latin typeface="Google Sans"/>
              </a:rPr>
              <a:t>How it differs from existing ideas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Most volunteer apps focus on hours-tracking; SamaajSetu focuses on need-aggregation + AI-driven matching, with paper surveys treated as a first-class data source.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Offline-first design works in low-bandwidth villages — most competitors assume always-online users.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How it solves the problem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Document AI converts paper-mountain into structured data; BigQuery centralizes it; Vertex AI Vector Search (KNN/ANN) finds the nearest skilled volunteer in &lt;50 ms.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Pub/Sub + Cloud Workflows orchestrate dispatch end-to-end, replacing manual coordinator phone-trees during disasters.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USP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End-to-end on Google Cloud — single vendor, single bill, single IAM model — affordable for small NGOs via Google for Nonprofits credits.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Privacy-by-default: Cloud DLP, KMS-CMEK, and VPC-SC align with UN humanitarian data principles, including Community-Identifiable-Information protection.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TextBox 128"/>
          <p:cNvSpPr txBox="1"/>
          <p:nvPr/>
        </p:nvSpPr>
        <p:spPr>
          <a:xfrm>
            <a:off x="365760" y="1554480"/>
            <a:ext cx="8412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Google Sans"/>
              </a:rPr>
              <a:t>•  Paper-to-Data Digitization — Document AI Form Parser + Custom Extractor turns scanned surveys, handwritten notes, and PDFs into structured BigQuery rows.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Offline-First Field App — Flutter + Firestore offline persistence captures household visits, photos, GPS, and voice memos without internet; auto-syncs on reconnect.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AI-Powered Volunteer Matching — Vertex AI Embeddings + Vector Search rank volunteers by skill, geo-proximity, language, availability; Gemini re-ranks with explanations.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Real-Time Dispatch &amp; Navigation — FCM push, SMS fallback, Routes API turn-by-turn directions, geo-verified check-ins.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Mission Control Dashboard — Looker Studio heatmap of urgent needs, KPIs, live activity feed for NGO coordinators.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Considerate Voice Channel — Dialogflow CX + Natural Language API for volunteer feedback; Gemini summarizes weekly themes for managers.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Multi-Channel Beneficiary Intake — SMS / IVR / WhatsApp / web forms in regional languages via Translation API + Speech-to-Text.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Crisis Mode — Cloud Workflows orchestrates disaster response with Earth Engine geospatial overlays and FCM topic broadcasts.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Predictive Insights — BigQuery ML forecasts demand and volunteer churn; pre-positions resources before incidents peak.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Privacy &amp; Compliance — Cloud DLP tokenization, KMS-CMEK, VPC-SC perimeter, audit logs, role-based access.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Multi-Tenant SaaS — Identity Platform with phone-OTP, SAML/OIDC; per-NGO branding; AppSheet for no-code intake.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Donor Transparency Portal — Firebase Hosting public site with aggregated, redacted impact stats and live counters.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TextBox 134"/>
          <p:cNvSpPr txBox="1"/>
          <p:nvPr/>
        </p:nvSpPr>
        <p:spPr>
          <a:xfrm>
            <a:off x="365760" y="150876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73E8"/>
                </a:solidFill>
                <a:latin typeface="Google Sans"/>
              </a:rPr>
              <a:t>End-to-End Process Flow (full Mermaid diagrams in /docs/diagrams.md)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1. Capture — Field worker / paper / SMS / voice / web entry → Cloud Storage + Firestore (offline cache).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2. Digitize — Document AI (OCR + Form Parser), Speech-to-Text, Translation API normalize the input.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3. Privacy — Dataflow stream → Cloud DLP redacts/tokenizes PII; KMS-encrypted vault holds raw identifiers.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4. Store — Curated rows land in BigQuery (analytics) and Firestore (hot operational state).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5. Triage — Coordinator reviews in Triage Inbox (Kanban); urgency + program assigned; duplicates auto-detected.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6. Match — Vertex Embeddings → Vector Search (ANN top-K) → Gemini re-rank with 'why-matched' explanations.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7. Dispatch — FCM push + SMS fallback; Routes API navigation; geo-verified check-in via Firestore geofencing.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8. Execute — Volunteer performs task; submits photo + note + beneficiary signature (offline-queued).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9. Verify &amp; Recognize — Beneficiary feedback; Gemini-personalized recognition push; certificates auto-issued.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10. Learn — BigQuery ML scores retention risk, demand forecast; Earth Engine flags emerging hotspots.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Key actors: Volunteer · Field Worker · Coordinator · NGO Admin · Beneficiary · Donor · Auditor · Govt Cell · Super 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TextBox 140"/>
          <p:cNvSpPr txBox="1"/>
          <p:nvPr/>
        </p:nvSpPr>
        <p:spPr>
          <a:xfrm>
            <a:off x="365760" y="1554480"/>
            <a:ext cx="8412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73E8"/>
                </a:solidFill>
                <a:latin typeface="Google Sans"/>
              </a:rPr>
              <a:t>Volunteer Mobile App (Flutter, Android-first)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5-tab IA: Home (Today) · Discover (map) · My Tasks · Voice · Profile.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Key components: NeedCard (1-tap accept), WhyMatchedSheet, OfflineBadge, CheckInButton, RecognitionToast, AccessibilitySwitcher.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NGO Coordinator Web Console (Next.js)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Mission Control (heatmap + KPIs) · Triage Inbox (Kanban) · Matcher Studio (ranked list with explanation chips) · Programs · Volunteers · Surveys · Reports · Voice Channel.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Field Worker App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Form-first home, camera + voice + GPS as primary inputs, sync banner, beneficiary consent capture (signature + audio).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Beneficiary Touchpoints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SMS / IVR (Dialogflow CX), WhatsApp Business, lightweight web (&lt;50 KB), public transparency portal.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Admin / Auditor / Donor / Govt Consoles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RBAC-scoped views: org settings &amp; policies (Admin), audit-log explorer (Auditor), live counters &amp; impact reports (Donor), cross-NGO situational view (Govt).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Design system 'Setu UI' shared across web + mobile (atomic components, design tokens, WCAG 2.2 AA, multilingual).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TextBox 146"/>
          <p:cNvSpPr txBox="1"/>
          <p:nvPr/>
        </p:nvSpPr>
        <p:spPr>
          <a:xfrm>
            <a:off x="365760" y="1554480"/>
            <a:ext cx="8412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73E8"/>
                </a:solidFill>
                <a:latin typeface="Google Sans"/>
              </a:rPr>
              <a:t>4-Layer GCP-Native Architecture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Ingest Layer — Document AI · Speech-to-Text · Firebase/Firestore · AppSheet · Cloud Storage · Pub/Sub · SMS Gateway (Cloud Run).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Process Layer — Dataflow streaming · Cloud DLP · Translation API · Natural Language API · Geocoding · Cloud Workflows · Eventarc.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Intelligence Layer — Vertex AI Embeddings · Vertex AI Vector Search (ScaNN, ANN &lt;50 ms) · Vertex AI Gemini · BigQuery ML · Earth Engine · Dialogflow CX.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Engage Layer — Firebase Cloud Messaging · Maps Platform · Routes API · Looker Studio · Firebase Hosting · Identity Platform · Apigee.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11 Domain Microservices on Cloud Run (DDD bounded contexts)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identity-svc · intake-svc · digitization-svc · need-svc · volunteer-svc · matching-svc · dispatch-svc · engagement-svc · analytics-svc · trust-svc · billing-svc.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Cross-Cutting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Multi-tenant via org_id partitioning · RBAC + Identity-Aware Proxy · KMS-CMEK on every datastore · VPC Service Controls perimeter · Cloud Audit Logs.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Event-driven via Pub/Sub topics (needs.* volunteers.* match.* alerts.* audit.*); orchestration via Cloud Workflows; CI/CD via Cloud Build → Cloud Deploy.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Full architecture &amp; deployment diagrams: /docs/product_architecture.md and /docs/diagrams.md.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TextBox 152"/>
          <p:cNvSpPr txBox="1"/>
          <p:nvPr/>
        </p:nvSpPr>
        <p:spPr>
          <a:xfrm>
            <a:off x="365760" y="2103120"/>
            <a:ext cx="8412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73E8"/>
                </a:solidFill>
                <a:latin typeface="Google Sans"/>
              </a:rPr>
              <a:t>Google AI / ML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Vertex AI (Gemini, Embeddings, Vector Search, Pipelines, Experiments) · Document AI · Speech-to-Text · Translation API · Natural Language API · Dialogflow CX · BigQuery ML · Earth Engine · Firebase ML.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Compute &amp; Eventing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Cloud Run · Cloud Functions · Cloud Workflows · Cloud Tasks · Pub/Sub · Eventarc · Apigee · API Gateway · Cloud Build · Cloud Deploy · Artifact Registry.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Data &amp; Storage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BigQuery · Firestore · Cloud Storage · Cloud SQL / AlloyDB · Data Catalog · Dataflow · Looker Studio · Looker.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Engagement &amp; Maps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Firebase (Auth, Firestore, Hosting, Remote Config, Crashlytics) · Firebase Cloud Messaging · Maps Platform · Routes API · Geocoding API.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Security &amp; Compliance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Identity Platform · Identity-Aware Proxy · Cloud DLP · Cloud KMS (CMEK) · VPC Service Controls · Assured Workloads · Secret Manager · Cloud Audit Logs · Access Transparency.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Frontend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Flutter (mobile) · Next.js + React + Tailwind + shadcn/ui (web) · Riverpod · go_router · Material 3 · WCAG 2.2 AA accessibility.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Observability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Cloud Logging · Cloud Trace · Cloud Monitoring · Error Reporting · SLO dashboards.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TextBox 158"/>
          <p:cNvSpPr txBox="1"/>
          <p:nvPr/>
        </p:nvSpPr>
        <p:spPr>
          <a:xfrm>
            <a:off x="365760" y="155448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73E8"/>
                </a:solidFill>
                <a:latin typeface="Google Sans"/>
              </a:rPr>
              <a:t>MVP Pilot (1 NGO, ~500 volunteers, ~2,000 needs/month)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Document AI (Form Parser): ~10,000 pages × $0.065  ≈ $650/mo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Vertex AI Vector Search: small index (10K vectors) + queries  ≈ $80/mo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Vertex AI Gemini (re-rank + summaries): light usage  ≈ $40/mo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BigQuery: &lt;100 GB storage + queries (free tier covers most)  ≈ $20/mo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Firestore + Firebase Auth + FCM: within Spark/Blaze low-tier  ≈ $30/mo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Cloud Run (11 svc, scale-to-zero) + Pub/Sub + Workflows  ≈ $60/mo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Maps Platform (Geocoding + Routes): ~50K calls  ≈ $100/mo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Cloud DLP + KMS + Audit Logs + Monitoring  ≈ $40/mo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Estimated MVP total:  ~$1,000 / month  (further reduced via Google for Nonprofits credits — typically $2,000–$10,000 annual credit)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/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Scale Estimate (10 NGOs, 10,000 volunteers, 50,000 needs/month)  ≈ $4,000–$6,000 / month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Cost-saving levers: scale-to-zero Cloud Run, BigQuery committed slots, sustained-use discounts, AppSheet free tier for small partners, Google for Nonprofits.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TextBox 164"/>
          <p:cNvSpPr txBox="1"/>
          <p:nvPr/>
        </p:nvSpPr>
        <p:spPr>
          <a:xfrm>
            <a:off x="365760" y="1554480"/>
            <a:ext cx="8412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73E8"/>
                </a:solidFill>
                <a:latin typeface="Google Sans"/>
              </a:rPr>
              <a:t>MVP Surfaces (insert screenshots here once built)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1.  Volunteer Mobile App — Home tab with 3 personalized NeedCards + WhyMatched explanation chips.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2.  Field Worker Survey Form — offline capture screen showing photo + GPS + sync banner.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3.  Coordinator Mission Control — Looker Studio heatmap + KPI tiles (Open Needs, Active Volunteers, SLA Breaches).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4.  Triage Inbox — Kanban board with Submitted → Triaged → Published → Matched → In Progress columns.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5.  Matcher Studio — ranked volunteer list with skill-match, distance, language chips and dispatch button.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6.  Document AI demo — scanned paper survey → structured JSON extraction in BigQuery.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7.  Voice Channel — Dialogflow CX chat for volunteer concerns + Gemini-summarized weekly digest.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8.  Crisis Mode — district heatmap with Earth Engine flood overlay and bulk dispatch panel.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9.  Donor Transparency Portal — public Firebase-hosted page with live impact counters.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TextBox 170"/>
          <p:cNvSpPr txBox="1"/>
          <p:nvPr/>
        </p:nvSpPr>
        <p:spPr>
          <a:xfrm>
            <a:off x="365760" y="1554480"/>
            <a:ext cx="8412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73E8"/>
                </a:solidFill>
                <a:latin typeface="Google Sans"/>
              </a:rPr>
              <a:t>Near-term (3–6 months)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Volunteer-skill verification via partner certifications (e.g., Red Cross First Aid) — auto-imported badges.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Federated learning for on-device need-classification, reducing data egress for privacy-sensitive contexts.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WhatsApp Business deep-integration for two-way beneficiary follow-ups in rich media.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Mid-term (6–12 months)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Cross-NGO volunteer marketplace with consent-based skill-sharing during regional crises.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Predictive deployment using Earth Engine + weather APIs to pre-position before disasters strike.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Voice-first interface for low-literacy users via Vertex AI conversational agents in 20+ Indian languages.</a:t>
            </a:r>
          </a:p>
          <a:p>
            <a:r>
              <a:rPr sz="1100" b="1">
                <a:solidFill>
                  <a:srgbClr val="1A73E8"/>
                </a:solidFill>
                <a:latin typeface="Google Sans"/>
              </a:rPr>
              <a:t>Long-term (12+ months)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Block-chain-anchored impact ledger (signed by Cloud KMS) for verifiable donor reporting.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Agentic-AI 'Program Co-Pilot' that proposes program adjustments by analyzing outcome data and similar programs across the network.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Open API + AppSheet templates marketplace so any NGO can extend the platform without engineers.</a:t>
            </a:r>
          </a:p>
          <a:p>
            <a:r>
              <a:rPr sz="1000" b="0">
                <a:solidFill>
                  <a:srgbClr val="333333"/>
                </a:solidFill>
                <a:latin typeface="Google Sans"/>
              </a:rPr>
              <a:t>•  Research collaborations to publish anonymized governance-effectiveness datasets (UN-aligned) — addresses the 'paucity of comparative research' gap.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